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Target-State Platform: Decision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plan to a ratified decision by October 9, covering target platform, deployment pattern, and three-year TCO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61188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26187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closed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addressed and closed Aug 21; evaluation criteria stand at v2.1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207008"/>
            <a:ext cx="361188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5696" y="126187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engaged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demonstrated; responding to the evaluation document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92440" y="1207008"/>
            <a:ext cx="3611880" cy="786384"/>
          </a:xfrm>
          <a:prstGeom prst="roundRect">
            <a:avLst>
              <a:gd name="adj" fmla="val 6977"/>
            </a:avLst>
          </a:prstGeom>
          <a:solidFill>
            <a:srgbClr val="F5F7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0456" y="126187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issued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volumetrics annex ready; issued identically to all vendors with the pack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12848"/>
          <a:ext cx="11155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17320"/>
                <a:gridCol w="8138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6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feedback on the evaluation criteria addressed and closed; document at v2.1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weights ratified and vendor field 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pack issued to selected vendors; initial demonstrations held and responses documented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scoring of responses; field narrowed to two or three platforms for in-depth demonstrations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concept and targeted validation against the performance requirements, in a Global Payments data-platform-relevant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with deployment pattern and TCO; leadership review and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0533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criteria-driven weighted scoring · validation before decision, not after · dual-cloud (AWS + Google Cloud) and PCI attestation as gates · TCO assessed at current and 10× volume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Field and Platform Name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vendors, held deliberately small; every entry clears the dual-cloud and PCI gates or is already engaged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5568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5074920"/>
                <a:gridCol w="4297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 the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press hardest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model for multi-key lookups; multi-cloud clusters across AWS and Google Cloud; PCI DSS 4.0; native Iceberg change-stream export; positive POC already 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Active-active posture: primary-routed writes vs true multi-primary; contractual SLA ceiling (99.995%)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Lakebase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engaged; managed Postgres inside the lakehouse; Unity Catalog native; built-in lakehouse sync removes a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class (built for 10K+ QPS vs our 100K ops/sec), multi-region active-active, Google Cloud availability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Couchbase Capella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model with active-active cross-datacenter replication (XDCR); workload isolation through separated services; PCI DSS 4.0 attested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at our sustained throughput; SLA ceiling; payments references at comparable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ScyllaDB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Sub-millisecond-class latency at high throughput; multi-datacenter active-active; PCI DSS certified; runs on AWS and Google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Multi-key access-pattern fit and secondary indexes; operating model for a lean platform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Aerospike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Payments-proven at extreme scale; sub-millisecond reads; active-active XDR with a strong-consistency multi-site 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Managed-service maturity versus self-operated; day-2 operability for a lean platform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2686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excluded:  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and Cosmos DB (single-cloud; fail the dual-cloud gate) · Redis (in-memory economics against 14–90-day hot windows). Strong products, wrong constraints.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504748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PLATFORM NAME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5376672"/>
            <a:ext cx="3611880" cy="1170432"/>
          </a:xfrm>
          <a:prstGeom prst="roundRect">
            <a:avLst>
              <a:gd name="adj" fmla="val 5469"/>
            </a:avLst>
          </a:prstGeom>
          <a:solidFill>
            <a:srgbClr val="1F386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546811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</a:t>
            </a:r>
            <a:pPr indent="0" marL="0">
              <a:buNone/>
            </a:pPr>
            <a:r>
              <a:rPr lang="en-US" sz="11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Recommended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Real-time Enterprise Serving Tier</a:t>
            </a:r>
            <a:endParaRPr lang="en-US" sz="1600" dirty="0"/>
          </a:p>
          <a:p>
            <a:pPr indent="0" marL="0">
              <a:buNone/>
            </a:pPr>
            <a:r>
              <a:rPr lang="en-US" sz="9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 fills the lake; CREST serves the now.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5376672"/>
            <a:ext cx="36118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43984" y="546811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data, served in real time</a:t>
            </a:r>
            <a:endParaRPr lang="en-US" sz="1600" dirty="0"/>
          </a:p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overlaps a major streaming-industry conference name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92440" y="5376672"/>
            <a:ext cx="361188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38744" y="546811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High-Availability, Low-latency Operational store</a:t>
            </a:r>
            <a:endParaRPr lang="en-US" sz="1600" dirty="0"/>
          </a:p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the platform’s defining reliability posture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2026-08-24T19:50:50Z</dcterms:created>
  <dcterms:modified xsi:type="dcterms:W3CDTF">2026-08-24T19:50:50Z</dcterms:modified>
</cp:coreProperties>
</file>